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embeddedFontLst>
    <p:embeddedFont>
      <p:font typeface="League Spartan" pitchFamily="34" charset="0"/>
      <p:regular r:id="rId25"/>
    </p:embeddedFont>
    <p:embeddedFont>
      <p:font typeface="League Spartan Medium" pitchFamily="34" charset="0"/>
      <p:regular r:id="rId26"/>
    </p:embeddedFont>
    <p:embeddedFont>
      <p:font typeface="League Spartan SemiBold" pitchFamily="34" charset="0"/>
      <p:regular r:id="rId27"/>
    </p:embeddedFont>
    <p:embeddedFont>
      <p:font typeface="Poppins Medium" pitchFamily="34" charset="0"/>
      <p:regular r:id="rId28"/>
    </p:embeddedFont>
    <p:embeddedFont>
      <p:font typeface="Poppins SemiBold" pitchFamily="34" charset="0"/>
      <p:regular r:id="rId29"/>
    </p:embeddedFont>
    <p:embeddedFont>
      <p:font typeface="Poppins" pitchFamily="34" charset="0"/>
      <p:bold r:id="rId30"/>
    </p:embeddedFont>
    <p:embeddedFont>
      <p:font typeface="Urbanist" pitchFamily="34" charset="0"/>
      <p:regular r:id="rId31"/>
    </p:embeddedFont>
    <p:embeddedFont>
      <p:font typeface="Urbanist Medium" pitchFamily="34" charset="0"/>
      <p:regular r:id="rId32"/>
    </p:embeddedFont>
    <p:embeddedFont>
      <p:font typeface="Urbanist SemiBold" pitchFamily="34" charset="0"/>
      <p:regular r:id="rId3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Relationship Id="rId32" Type="http://schemas.openxmlformats.org/officeDocument/2006/relationships/font" Target="fonts/font32.fntdata"/><Relationship Id="rId33" Type="http://schemas.openxmlformats.org/officeDocument/2006/relationships/font" Target="fonts/font3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Master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Seventeen layouts to build a new slide from. Copy the page you need and type into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30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240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deck or a chapter of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855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Section divider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135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new part of the deck.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30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240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argument, said plainly, with a photograph.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55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Highlights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35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figures that carry the page.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30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Icon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240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set of capabilities, services or principles.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55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135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options read side by side.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30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reporting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240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reports to whom, three levels at most.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55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flat team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35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team of peers, no hierarchy implied.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30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group 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240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holding company and the businesses under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55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225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35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Stages that run in order, start to finish.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Timeline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240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Dates in order, with what happened at each.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855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225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Infographic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135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visual in the middle, the parts around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Image and specs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240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project or product, pictured and specified.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855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225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Programme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135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 packages against a calendar.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Rows and columns, where the detail has to be exact.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855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Full-bleed image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135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Let one photograph carry the page.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330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240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End the deck: the ask, and how to reach you.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6445250"/>
            <a:ext cx="13811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11913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KICKER · TWO OR THREE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29058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one line this deck is about, eight words or fewer.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31011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under it saying who it is for and what it covers.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85646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PREPARED FOR · CLIENT ·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9628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58" y="3381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8566"/>
            <a:ext cx="794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00 OF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Section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WHAT THIS PART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fact worth leading with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second fact, the same length</a:t>
            </a:r>
          </a:p>
        </p:txBody>
      </p:sp>
      <p:pic>
        <p:nvPicPr>
          <p:cNvPr id="17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1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statement, two lines at most, said plainly.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sentences carrying the argument. Say what is true, what it is worth, and leave the rest to the next page.</a:t>
            </a:r>
          </a:p>
        </p:txBody>
      </p:sp>
      <p:pic>
        <p:nvPicPr>
          <p:cNvPr id="12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445250"/>
            <a:ext cx="1327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9075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STATEMENT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6686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1310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4523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HIGHLIGHTS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335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ICON CARDS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First option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Second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Third option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445250"/>
            <a:ext cx="135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1736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COMPARISON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8131" y="330200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5558" y="339090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3028" y="3587750"/>
            <a:ext cx="12258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are accountable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094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837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500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906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649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312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719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462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125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531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274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937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1331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9581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REPORTING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4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86408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3878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1661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82219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9689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7472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78030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3283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3841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311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9094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369652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7122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4905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3964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FLAT TEAM BAND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9083" y="2937866"/>
            <a:ext cx="1773733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HOLDING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4183" y="3153766"/>
            <a:ext cx="14435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Parent company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4009" y="3350616"/>
            <a:ext cx="7638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0000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23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5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7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32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4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6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41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3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5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50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2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4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1353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GROUP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9427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the process is and where it starts.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4089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1030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050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6991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6005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295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1966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0891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2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27927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34873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7934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PROCESS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19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1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3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5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9138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842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5044" y="3128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CAPTION OVER THE VISUAL</a:t>
            </a:r>
          </a:p>
        </p:txBody>
      </p:sp>
      <p:pic>
        <p:nvPicPr>
          <p:cNvPr id="30" name="Picture 29" descr="fab-s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88" y="3369869"/>
            <a:ext cx="3809825" cy="12310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82408" y="4778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under the visual saying what the whole thing adds up 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169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91400" y="3132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LOCATION · WHAT KIND OF FACILITY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400" y="3304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Project or product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4575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1400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642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8467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8709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534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1400" y="4098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3600" y="4054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on what the job was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338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3600" y="4294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was in the 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578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600" y="4534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 or grade, if it applies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818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3600" y="4774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1094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3252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7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4733" y="2023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1331" y="2795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56967" y="3615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13600" y="4435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78228" y="5255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52052" y="6075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064" y="6122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1076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664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445250"/>
            <a:ext cx="1101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1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One line over the photograph.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sentence under it, if the line needs support. Otherwise leave it 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120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905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closing line, six words or fewer.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saying what you want to happen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1097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313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