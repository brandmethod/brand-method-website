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embeddedFontLst>
    <p:embeddedFont>
      <p:font typeface="League Spartan" pitchFamily="34" charset="0"/>
      <p:regular r:id="rId74"/>
    </p:embeddedFont>
    <p:embeddedFont>
      <p:font typeface="League Spartan Medium" pitchFamily="34" charset="0"/>
      <p:regular r:id="rId75"/>
    </p:embeddedFont>
    <p:embeddedFont>
      <p:font typeface="League Spartan SemiBold" pitchFamily="34" charset="0"/>
      <p:regular r:id="rId76"/>
    </p:embeddedFont>
    <p:embeddedFont>
      <p:font typeface="Poppins Medium" pitchFamily="34" charset="0"/>
      <p:regular r:id="rId77"/>
    </p:embeddedFont>
    <p:embeddedFont>
      <p:font typeface="Poppins SemiBold" pitchFamily="34" charset="0"/>
      <p:regular r:id="rId78"/>
    </p:embeddedFont>
    <p:embeddedFont>
      <p:font typeface="Poppins" pitchFamily="34" charset="0"/>
      <p:bold r:id="rId79"/>
    </p:embeddedFont>
    <p:embeddedFont>
      <p:font typeface="Urbanist" pitchFamily="34" charset="0"/>
      <p:regular r:id="rId80"/>
    </p:embeddedFont>
    <p:embeddedFont>
      <p:font typeface="Urbanist Medium" pitchFamily="34" charset="0"/>
      <p:regular r:id="rId81"/>
    </p:embeddedFont>
    <p:embeddedFont>
      <p:font typeface="Urbanist SemiBold" pitchFamily="34" charset="0"/>
      <p:regular r:id="rId8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font" Target="fonts/font74.fntdata"/><Relationship Id="rId75" Type="http://schemas.openxmlformats.org/officeDocument/2006/relationships/font" Target="fonts/font75.fntdata"/><Relationship Id="rId76" Type="http://schemas.openxmlformats.org/officeDocument/2006/relationships/font" Target="fonts/font76.fntdata"/><Relationship Id="rId77" Type="http://schemas.openxmlformats.org/officeDocument/2006/relationships/font" Target="fonts/font77.fntdata"/><Relationship Id="rId78" Type="http://schemas.openxmlformats.org/officeDocument/2006/relationships/font" Target="fonts/font78.fntdata"/><Relationship Id="rId79" Type="http://schemas.openxmlformats.org/officeDocument/2006/relationships/font" Target="fonts/font79.fntdata"/><Relationship Id="rId80" Type="http://schemas.openxmlformats.org/officeDocument/2006/relationships/font" Target="fonts/font80.fntdata"/><Relationship Id="rId81" Type="http://schemas.openxmlformats.org/officeDocument/2006/relationships/font" Target="fonts/font81.fntdata"/><Relationship Id="rId82" Type="http://schemas.openxmlformats.org/officeDocument/2006/relationships/font" Target="fonts/font8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Relationship Id="rId5" Type="http://schemas.openxmlformats.org/officeDocument/2006/relationships/image" Target="../media/image40.jpg"/><Relationship Id="rId6" Type="http://schemas.openxmlformats.org/officeDocument/2006/relationships/image" Target="../media/image41.png"/><Relationship Id="rId7" Type="http://schemas.openxmlformats.org/officeDocument/2006/relationships/image" Target="../media/image42.jpg"/><Relationship Id="rId8" Type="http://schemas.openxmlformats.org/officeDocument/2006/relationships/image" Target="../media/image43.png"/><Relationship Id="rId9" Type="http://schemas.openxmlformats.org/officeDocument/2006/relationships/image" Target="../media/image44.jpg"/><Relationship Id="rId10" Type="http://schemas.openxmlformats.org/officeDocument/2006/relationships/image" Target="../media/image45.png"/><Relationship Id="rId11" Type="http://schemas.openxmlformats.org/officeDocument/2006/relationships/image" Target="../media/image46.jpg"/><Relationship Id="rId12" Type="http://schemas.openxmlformats.org/officeDocument/2006/relationships/image" Target="../media/image47.png"/><Relationship Id="rId13" Type="http://schemas.openxmlformats.org/officeDocument/2006/relationships/image" Target="../media/image48.jpg"/><Relationship Id="rId14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openxmlformats.org/officeDocument/2006/relationships/image" Target="../media/image66.jpg"/><Relationship Id="rId8" Type="http://schemas.openxmlformats.org/officeDocument/2006/relationships/image" Target="../media/image67.png"/><Relationship Id="rId9" Type="http://schemas.openxmlformats.org/officeDocument/2006/relationships/image" Target="../media/image68.jpg"/><Relationship Id="rId10" Type="http://schemas.openxmlformats.org/officeDocument/2006/relationships/image" Target="../media/image69.png"/><Relationship Id="rId11" Type="http://schemas.openxmlformats.org/officeDocument/2006/relationships/image" Target="../media/image70.jpg"/><Relationship Id="rId12" Type="http://schemas.openxmlformats.org/officeDocument/2006/relationships/image" Target="../media/image71.png"/><Relationship Id="rId13" Type="http://schemas.openxmlformats.org/officeDocument/2006/relationships/image" Target="../media/image72.jpg"/><Relationship Id="rId14" Type="http://schemas.openxmlformats.org/officeDocument/2006/relationships/image" Target="../media/image73.png"/><Relationship Id="rId15" Type="http://schemas.openxmlformats.org/officeDocument/2006/relationships/image" Target="../media/image74.jpg"/><Relationship Id="rId16" Type="http://schemas.openxmlformats.org/officeDocument/2006/relationships/image" Target="../media/image75.png"/><Relationship Id="rId17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8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2.jpg"/><Relationship Id="rId4" Type="http://schemas.openxmlformats.org/officeDocument/2006/relationships/image" Target="../media/image8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4.jpg"/><Relationship Id="rId4" Type="http://schemas.openxmlformats.org/officeDocument/2006/relationships/image" Target="../media/image6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6.jpg"/><Relationship Id="rId4" Type="http://schemas.openxmlformats.org/officeDocument/2006/relationships/image" Target="../media/image8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8.jpg"/><Relationship Id="rId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0.jpg"/><Relationship Id="rId4" Type="http://schemas.openxmlformats.org/officeDocument/2006/relationships/image" Target="../media/image9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8.jpg"/><Relationship Id="rId4" Type="http://schemas.openxmlformats.org/officeDocument/2006/relationships/image" Target="../media/image9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3.jpg"/><Relationship Id="rId4" Type="http://schemas.openxmlformats.org/officeDocument/2006/relationships/image" Target="../media/image9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5.jpg"/><Relationship Id="rId4" Type="http://schemas.openxmlformats.org/officeDocument/2006/relationships/image" Target="../media/image9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7.jpg"/><Relationship Id="rId4" Type="http://schemas.openxmlformats.org/officeDocument/2006/relationships/image" Target="../media/image9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9.jpg"/><Relationship Id="rId4" Type="http://schemas.openxmlformats.org/officeDocument/2006/relationships/image" Target="../media/image10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1.jpg"/><Relationship Id="rId4" Type="http://schemas.openxmlformats.org/officeDocument/2006/relationships/image" Target="../media/image10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3.jpg"/><Relationship Id="rId4" Type="http://schemas.openxmlformats.org/officeDocument/2006/relationships/image" Target="../media/image10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5.jpg"/><Relationship Id="rId4" Type="http://schemas.openxmlformats.org/officeDocument/2006/relationships/image" Target="../media/image10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7.jpg"/><Relationship Id="rId4" Type="http://schemas.openxmlformats.org/officeDocument/2006/relationships/image" Target="../media/image10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9.jpg"/><Relationship Id="rId4" Type="http://schemas.openxmlformats.org/officeDocument/2006/relationships/image" Target="../media/image1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3.jpg"/><Relationship Id="rId4" Type="http://schemas.openxmlformats.org/officeDocument/2006/relationships/image" Target="../media/image1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7.jpg"/><Relationship Id="rId4" Type="http://schemas.openxmlformats.org/officeDocument/2006/relationships/image" Target="../media/image11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9.jpg"/><Relationship Id="rId4" Type="http://schemas.openxmlformats.org/officeDocument/2006/relationships/image" Target="../media/image1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1.jpg"/><Relationship Id="rId4" Type="http://schemas.openxmlformats.org/officeDocument/2006/relationships/image" Target="../media/image1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3.jpg"/><Relationship Id="rId4" Type="http://schemas.openxmlformats.org/officeDocument/2006/relationships/image" Target="../media/image1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5.jpg"/><Relationship Id="rId4" Type="http://schemas.openxmlformats.org/officeDocument/2006/relationships/image" Target="../media/image12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7.jpg"/><Relationship Id="rId4" Type="http://schemas.openxmlformats.org/officeDocument/2006/relationships/image" Target="../media/image12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9.jpg"/><Relationship Id="rId4" Type="http://schemas.openxmlformats.org/officeDocument/2006/relationships/image" Target="../media/image1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1.jpg"/><Relationship Id="rId4" Type="http://schemas.openxmlformats.org/officeDocument/2006/relationships/image" Target="../media/image13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3.jpg"/><Relationship Id="rId4" Type="http://schemas.openxmlformats.org/officeDocument/2006/relationships/image" Target="../media/image13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5.jpg"/><Relationship Id="rId4" Type="http://schemas.openxmlformats.org/officeDocument/2006/relationships/image" Target="../media/image13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7.jpg"/><Relationship Id="rId4" Type="http://schemas.openxmlformats.org/officeDocument/2006/relationships/image" Target="../media/image13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9.jpg"/><Relationship Id="rId4" Type="http://schemas.openxmlformats.org/officeDocument/2006/relationships/image" Target="../media/image14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1.jpg"/><Relationship Id="rId4" Type="http://schemas.openxmlformats.org/officeDocument/2006/relationships/image" Target="../media/image14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3.jpg"/><Relationship Id="rId4" Type="http://schemas.openxmlformats.org/officeDocument/2006/relationships/image" Target="../media/image14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5.jpg"/><Relationship Id="rId4" Type="http://schemas.openxmlformats.org/officeDocument/2006/relationships/image" Target="../media/image14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7.jpg"/><Relationship Id="rId4" Type="http://schemas.openxmlformats.org/officeDocument/2006/relationships/image" Target="../media/image148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9.jpg"/><Relationship Id="rId4" Type="http://schemas.openxmlformats.org/officeDocument/2006/relationships/image" Target="../media/image150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1.jpg"/><Relationship Id="rId4" Type="http://schemas.openxmlformats.org/officeDocument/2006/relationships/image" Target="../media/image15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3.jpg"/><Relationship Id="rId4" Type="http://schemas.openxmlformats.org/officeDocument/2006/relationships/image" Target="../media/image1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5.jpg"/><Relationship Id="rId4" Type="http://schemas.openxmlformats.org/officeDocument/2006/relationships/image" Target="../media/image15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7.jpg"/><Relationship Id="rId4" Type="http://schemas.openxmlformats.org/officeDocument/2006/relationships/image" Target="../media/image15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9.jpg"/><Relationship Id="rId4" Type="http://schemas.openxmlformats.org/officeDocument/2006/relationships/image" Target="../media/image16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1.jpg"/><Relationship Id="rId4" Type="http://schemas.openxmlformats.org/officeDocument/2006/relationships/image" Target="../media/image16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3.jpg"/><Relationship Id="rId4" Type="http://schemas.openxmlformats.org/officeDocument/2006/relationships/image" Target="../media/image16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7.jpg"/><Relationship Id="rId4" Type="http://schemas.openxmlformats.org/officeDocument/2006/relationships/image" Target="../media/image168.jpg"/><Relationship Id="rId5" Type="http://schemas.openxmlformats.org/officeDocument/2006/relationships/image" Target="../media/image16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Relationship Id="rId6" Type="http://schemas.openxmlformats.org/officeDocument/2006/relationships/image" Target="../media/image17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5.jpg"/><Relationship Id="rId4" Type="http://schemas.openxmlformats.org/officeDocument/2006/relationships/image" Target="../media/image176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Relationship Id="rId5" Type="http://schemas.openxmlformats.org/officeDocument/2006/relationships/image" Target="../media/image185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589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319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3d159918c4119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2100" y="4522191"/>
            <a:ext cx="209550" cy="2095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791691" y="4366616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91691" y="4392016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58589" y="4976216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8806" y="5238452"/>
            <a:ext cx="8961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6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035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48987b432b220d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50" y="4522191"/>
            <a:ext cx="209550" cy="2095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3544195" y="4366616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4195" y="4392016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9459" y="4976216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44419" y="5238452"/>
            <a:ext cx="9882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22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752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9fa5c40822603a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5400" y="4522191"/>
            <a:ext cx="209550" cy="2095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318227" y="4366616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18227" y="4392016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63694" y="4976216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8044" y="5238452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739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7468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174bccb33fb11e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522191"/>
            <a:ext cx="209550" cy="2095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7091166" y="4366616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91166" y="4392016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1450" y="4976216"/>
            <a:ext cx="920648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1608" y="5238452"/>
            <a:ext cx="12404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install and hookup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455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5185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961a833f2fe1a0e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8700" y="4522191"/>
            <a:ext cx="209550" cy="20955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8861031" y="4366616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61031" y="4392016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1659" y="4976216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067" y="5238452"/>
            <a:ext cx="11407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9" name="Oval 78"/>
          <p:cNvSpPr/>
          <p:nvPr/>
        </p:nvSpPr>
        <p:spPr>
          <a:xfrm>
            <a:off x="102901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553c29aa91a1b02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20350" y="4522191"/>
            <a:ext cx="209550" cy="2095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10630891" y="4366616"/>
            <a:ext cx="17998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630891" y="4392016"/>
            <a:ext cx="17998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69614" y="4976216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2397" y="5238452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set against the building they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ys-c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02" y="1989931"/>
            <a:ext cx="1066603" cy="5190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43100" y="198487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3100" y="2061070"/>
            <a:ext cx="1752600" cy="31998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70"/>
              </a:lnSpc>
            </a:pPr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Civil, Structural &amp; Architectural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8988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ys-acm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02" y="3173412"/>
            <a:ext cx="1066603" cy="52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43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3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Air Conditioning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3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ys-electr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02" y="4381005"/>
            <a:ext cx="1066603" cy="4740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43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3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HT &amp; LV Electrical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43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4900" y="5624512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905bb009fcc2dd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3800" y="569436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43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3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Fire Protection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3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1917" y="3049988"/>
            <a:ext cx="15281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ONE MODEL, EIGHT PACKAGES</a:t>
            </a:r>
          </a:p>
        </p:txBody>
      </p:sp>
      <p:pic>
        <p:nvPicPr>
          <p:cNvPr id="33" name="Picture 32" descr="fab-se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package on this page is installed in the same building, by IAQ’s own crews, under one programme.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56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ys-cleanro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6300" y="2005311"/>
            <a:ext cx="1066698" cy="48825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90100" y="205908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0100" y="213528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Cleanroom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0100" y="231556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56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sys-utiliti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6402" y="3186309"/>
            <a:ext cx="1066603" cy="49490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690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Utilities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0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6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51900" y="444023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49ece152f68652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40800" y="4510088"/>
            <a:ext cx="177800" cy="177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690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Facility Monitoring &amp; Control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0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56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sys-hooku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402" y="5571528"/>
            <a:ext cx="1066603" cy="46146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690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0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0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 and Poland.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8388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81255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711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650" y="336361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MOSHPA Safety Award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" y="3532486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Gold Award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2389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650" y="376039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Highwire safety rating,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650" y="392925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Independent contractor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220667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650" y="4157167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ISO 45001:2018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650" y="432603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Occupational health &amp; safety management</a:t>
            </a:r>
          </a:p>
        </p:txBody>
      </p:sp>
      <p:pic>
        <p:nvPicPr>
          <p:cNvPr id="21" name="Picture 20" descr="safety-review.jpg"/>
          <p:cNvPicPr>
            <a:picLocks noChangeAspect="1"/>
          </p:cNvPicPr>
          <p:nvPr/>
        </p:nvPicPr>
        <p:blipFill>
          <a:blip r:embed="rId3"/>
          <a:srcRect t="16985" b="16985"/>
          <a:stretch>
            <a:fillRect/>
          </a:stretch>
        </p:blipFill>
        <p:spPr>
          <a:xfrm>
            <a:off x="7391400" y="1701800"/>
            <a:ext cx="4191000" cy="307717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09600" y="4944072"/>
            <a:ext cx="10972800" cy="140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944072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" y="5115522"/>
            <a:ext cx="10811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SEVEN CRITERIA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2838" y="5115522"/>
            <a:ext cx="13890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ASSESSED BY CIDB MALAYSIA</a:t>
            </a:r>
          </a:p>
        </p:txBody>
      </p:sp>
      <p:sp>
        <p:nvSpPr>
          <p:cNvPr id="26" name="Oval 25"/>
          <p:cNvSpPr/>
          <p:nvPr/>
        </p:nvSpPr>
        <p:spPr>
          <a:xfrm>
            <a:off x="80486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d16e9d4b23be9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423497"/>
            <a:ext cx="158750" cy="1587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0100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Company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Standing and delivery record</a:t>
            </a:r>
          </a:p>
        </p:txBody>
      </p:sp>
      <p:sp>
        <p:nvSpPr>
          <p:cNvPr id="31" name="Oval 30"/>
          <p:cNvSpPr/>
          <p:nvPr/>
        </p:nvSpPr>
        <p:spPr>
          <a:xfrm>
            <a:off x="233967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cb5e617e4f605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39" y="5423497"/>
            <a:ext cx="158750" cy="1587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34914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4914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4914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Programme, cost and site control</a:t>
            </a:r>
          </a:p>
        </p:txBody>
      </p:sp>
      <p:sp>
        <p:nvSpPr>
          <p:cNvPr id="36" name="Oval 35"/>
          <p:cNvSpPr/>
          <p:nvPr/>
        </p:nvSpPr>
        <p:spPr>
          <a:xfrm>
            <a:off x="387459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f8ec05e19f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555" y="5423497"/>
            <a:ext cx="158750" cy="158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69830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9830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Technical expertise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9830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Engineering depth and method</a:t>
            </a:r>
          </a:p>
        </p:txBody>
      </p:sp>
      <p:sp>
        <p:nvSpPr>
          <p:cNvPr id="41" name="Oval 40"/>
          <p:cNvSpPr/>
          <p:nvPr/>
        </p:nvSpPr>
        <p:spPr>
          <a:xfrm>
            <a:off x="540950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93740f9917cf46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470" y="5423497"/>
            <a:ext cx="158750" cy="1587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04745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745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745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New method and technology</a:t>
            </a:r>
          </a:p>
        </p:txBody>
      </p:sp>
      <p:sp>
        <p:nvSpPr>
          <p:cNvPr id="46" name="Oval 45"/>
          <p:cNvSpPr/>
          <p:nvPr/>
        </p:nvSpPr>
        <p:spPr>
          <a:xfrm>
            <a:off x="694432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8766c1eb082ad4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284" y="5423497"/>
            <a:ext cx="158750" cy="1587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39559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9559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9559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Workmanship against the standard</a:t>
            </a:r>
          </a:p>
        </p:txBody>
      </p:sp>
      <p:sp>
        <p:nvSpPr>
          <p:cNvPr id="51" name="Oval 50"/>
          <p:cNvSpPr/>
          <p:nvPr/>
        </p:nvSpPr>
        <p:spPr>
          <a:xfrm>
            <a:off x="847923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95c26a6560f2fd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0200" y="5423497"/>
            <a:ext cx="158750" cy="1587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474475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4475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74475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Zero-harm practice on every site</a:t>
            </a:r>
          </a:p>
        </p:txBody>
      </p:sp>
      <p:sp>
        <p:nvSpPr>
          <p:cNvPr id="56" name="Oval 55"/>
          <p:cNvSpPr/>
          <p:nvPr/>
        </p:nvSpPr>
        <p:spPr>
          <a:xfrm>
            <a:off x="1001414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2efb3ecbb35812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5109" y="5423497"/>
            <a:ext cx="158750" cy="1587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9384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9384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Sustainability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9384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Environmental and social outcome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